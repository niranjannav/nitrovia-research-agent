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13716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FC3F7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NITROVIA RESEARCH AGENT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Research,</a:t>
            </a:r>
            <a:endParaRPr lang="en-US" sz="4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3154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documents. Get a professional report — in minutes.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931920"/>
            <a:ext cx="502920" cy="5029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9136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3931920"/>
            <a:ext cx="502920" cy="5029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9136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Writes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3931920"/>
            <a:ext cx="502920" cy="5029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9136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20240" y="4178808"/>
            <a:ext cx="41148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4178808"/>
            <a:ext cx="41148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CAPABILITIES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 Today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886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54864" cy="1691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508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6072" y="1984248"/>
            <a:ext cx="3630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Anything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2331720"/>
            <a:ext cx="3630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Word docs, spreadsheets, or PowerPoints. Add up to 20 files per report — no reformatting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3886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25880"/>
            <a:ext cx="54864" cy="1691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508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10912" y="1984248"/>
            <a:ext cx="3630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Writes the Report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10912" y="2331720"/>
            <a:ext cx="3630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every document and produces a structured, professional report with findings and recommendations.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154680"/>
            <a:ext cx="3886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154680"/>
            <a:ext cx="54864" cy="1691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337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6072" y="3813048"/>
            <a:ext cx="3630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Ready-to-Share Formats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" y="4160520"/>
            <a:ext cx="3630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your report as a PDF, a Word document, or a PowerPoint presentation — whichever your client needs.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154680"/>
            <a:ext cx="3886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54680"/>
            <a:ext cx="54864" cy="1691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3337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10912" y="3813048"/>
            <a:ext cx="3630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 After Generation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10912" y="4160520"/>
            <a:ext cx="3630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section of the report and give the AI new instructions. Your edits are saved instantly.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Roadmap: Improving Your Workflow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5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high-impact features already in development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8321040" cy="868680"/>
          </a:xfrm>
          <a:prstGeom prst="rect">
            <a:avLst/>
          </a:prstGeom>
          <a:solidFill>
            <a:srgbClr val="253480"/>
          </a:solidFill>
          <a:ln w="12700">
            <a:solidFill>
              <a:srgbClr val="2E3E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685800" cy="868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6152" y="1764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Drive Integration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16152" y="2112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Eliminate manual uploads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0" y="1828800"/>
            <a:ext cx="0" cy="594360"/>
          </a:xfrm>
          <a:prstGeom prst="line">
            <a:avLst/>
          </a:prstGeom>
          <a:noFill/>
          <a:ln w="12700">
            <a:solidFill>
              <a:srgbClr val="3D5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783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documents directly from your Google Drive. Start a report without downloading a single file.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761488"/>
            <a:ext cx="8321040" cy="868680"/>
          </a:xfrm>
          <a:prstGeom prst="rect">
            <a:avLst/>
          </a:prstGeom>
          <a:solidFill>
            <a:srgbClr val="253480"/>
          </a:solidFill>
          <a:ln w="12700">
            <a:solidFill>
              <a:srgbClr val="2E3E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761488"/>
            <a:ext cx="685800" cy="868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61488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16152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Usage Controls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16152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Scale to your whole organisation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31920" y="2898648"/>
            <a:ext cx="0" cy="594360"/>
          </a:xfrm>
          <a:prstGeom prst="line">
            <a:avLst/>
          </a:prstGeom>
          <a:noFill/>
          <a:ln w="12700">
            <a:solidFill>
              <a:srgbClr val="3D5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8529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monthly limits per user, view usage dashboards, and manage who can access the platform — all from one admin panel.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840480"/>
            <a:ext cx="8321040" cy="868680"/>
          </a:xfrm>
          <a:prstGeom prst="rect">
            <a:avLst/>
          </a:prstGeom>
          <a:solidFill>
            <a:srgbClr val="253480"/>
          </a:solidFill>
          <a:ln w="12700">
            <a:solidFill>
              <a:srgbClr val="2E3E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840480"/>
            <a:ext cx="685800" cy="868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84048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16152" y="3913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Report Templates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16152" y="4261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Consistent, branded output every time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31920" y="3977640"/>
            <a:ext cx="0" cy="594360"/>
          </a:xfrm>
          <a:prstGeom prst="line">
            <a:avLst/>
          </a:prstGeom>
          <a:noFill/>
          <a:ln w="12700">
            <a:solidFill>
              <a:srgbClr val="3D5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3931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preferred report structure and style once. Every AI-generated report will follow your standard automatically.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Nitrovia Research Agent Overview</dc:title>
  <dc:subject>PptxGenJS Presentation</dc:subject>
  <dc:creator>Nitrovia</dc:creator>
  <cp:lastModifiedBy>Nitrovia</cp:lastModifiedBy>
  <cp:revision>1</cp:revision>
  <dcterms:created xsi:type="dcterms:W3CDTF">2026-02-19T03:30:45Z</dcterms:created>
  <dcterms:modified xsi:type="dcterms:W3CDTF">2026-02-19T03:30:45Z</dcterms:modified>
</cp:coreProperties>
</file>